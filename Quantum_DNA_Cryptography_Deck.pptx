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Secure Cloud Communication using Quantum DNA Cryptography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Title Slide</a:t>
            </a:r>
          </a:p>
          <a:p>
            <a:pPr>
              <a:defRPr sz="1600"/>
            </a:pPr>
            <a:r>
              <a:t>Title: Secure Cloud Communication using Quantum DNA Cryptography</a:t>
            </a:r>
          </a:p>
          <a:p>
            <a:pPr>
              <a:defRPr sz="1600"/>
            </a:pPr>
            <a:r>
              <a:t>Subtitle: Unbreakable Security for High-Stakes Environments</a:t>
            </a:r>
          </a:p>
          <a:p>
            <a:pPr>
              <a:defRPr sz="1600"/>
            </a:pPr>
            <a:r>
              <a:t>Footer: Team Name / Names / "The Unisys Innovation Program Year 15"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Main Points:</a:t>
            </a:r>
          </a:p>
          <a:p>
            <a:pPr>
              <a:defRPr sz="1600"/>
            </a:pPr>
            <a:r>
              <a:t>In the face of rapid technological advancements, traditional security algorithms, such as RSA and AES, have become increasingly vulnerable to quantum algorithms.</a:t>
            </a:r>
          </a:p>
          <a:p>
            <a:pPr>
              <a:defRPr sz="1600"/>
            </a:pPr>
            <a:r>
              <a:t>Conventional security algorithms are no longer secure against advanced quantum algorithms, raising concerns about the confidentiality and integrity of sensitive data.</a:t>
            </a:r>
          </a:p>
          <a:p>
            <a:pPr>
              <a:defRPr sz="1600"/>
            </a:pPr>
            <a:r>
              <a:t>This poses a critical challenge, especially in sectors involving multiple companies, defense agencies, and high-sensitivity phases.</a:t>
            </a:r>
          </a:p>
          <a:p>
            <a:pPr>
              <a:defRPr sz="1600"/>
            </a:pPr>
            <a:r>
              <a:t>Primary Objective: To create secure communication without unbreakable security in highly sensitive phases.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Main Points:</a:t>
            </a:r>
          </a:p>
          <a:p>
            <a:pPr>
              <a:defRPr sz="1600"/>
            </a:pPr>
            <a:r>
              <a:t>Introducing a groundbreaking approach that combines DNA-based encryption with Quantum Key Distribution (QKD), offering unparalleled security for sensitive data transmission.</a:t>
            </a:r>
          </a:p>
          <a:p>
            <a:pPr>
              <a:defRPr sz="1600"/>
            </a:pPr>
            <a:r>
              <a:t>The DNA encryption algorithm employs the unique sequences of Adenine, Thymine, Cytosine, and Guanine to encode plaintext data, incorporating mutation processes to enhance encryption strength.</a:t>
            </a:r>
          </a:p>
          <a:p>
            <a:pPr>
              <a:defRPr sz="1600"/>
            </a:pPr>
            <a:r>
              <a:t>Complementing the DNA encryption, QKD facilitates secure key generation and exchange between parties, ensuring that cryptographic keys remain impervious to interception by quantum adversaries.</a:t>
            </a:r>
          </a:p>
          <a:p>
            <a:pPr>
              <a:defRPr sz="1600"/>
            </a:pPr>
            <a:r>
              <a:t>API Services: We offer an API service featuring distinct endpoints (`/encrypt` and `/decrypt`) to empower users to securely encrypt and decrypt data seamlessly.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Encryption Phase:</a:t>
            </a:r>
          </a:p>
          <a:p>
            <a:pPr>
              <a:defRPr sz="1600"/>
            </a:pPr>
            <a:r>
              <a:t>1.  Convert the plaintext message into binary format.</a:t>
            </a:r>
          </a:p>
          <a:p>
            <a:pPr>
              <a:defRPr sz="1600"/>
            </a:pPr>
            <a:r>
              <a:t>2.  Encode binary bits into DNA sequences using the A, C, G, T nucleotide bases.</a:t>
            </a:r>
          </a:p>
          <a:p>
            <a:pPr>
              <a:defRPr sz="1600"/>
            </a:pPr>
            <a:r>
              <a:t>3.  Apply a chosen quantum algorithm (e.g., Grover's or Shor's).</a:t>
            </a:r>
          </a:p>
          <a:p>
            <a:pPr>
              <a:defRPr sz="1600"/>
            </a:pPr>
            <a:r>
              <a:t>4.  Apply DNA mutation techniques to add complexity and enhance encryption strength.</a:t>
            </a:r>
          </a:p>
          <a:p>
            <a:pPr>
              <a:defRPr sz="1600"/>
            </a:pPr>
            <a:r>
              <a:t>5.  Generate a secure key using Quantum Key Distribution (QKD) for secure data transmission.</a:t>
            </a:r>
          </a:p>
          <a:p>
            <a:pPr>
              <a:defRPr sz="1600"/>
            </a:pPr>
            <a:r>
              <a:t>Decryption Phase:</a:t>
            </a:r>
          </a:p>
          <a:p>
            <a:pPr>
              <a:defRPr sz="1600"/>
            </a:pPr>
            <a:r>
              <a:t>1.  Receive the transmitted DNA sequence.</a:t>
            </a:r>
          </a:p>
          <a:p>
            <a:pPr>
              <a:defRPr sz="1600"/>
            </a:pPr>
            <a:r>
              <a:t>2.  Use the shared key established via QKD to initiate decryption.</a:t>
            </a:r>
          </a:p>
          <a:p>
            <a:pPr>
              <a:defRPr sz="1600"/>
            </a:pPr>
            <a:r>
              <a:t>3.  Reverse the mutation and crossover processes.</a:t>
            </a:r>
          </a:p>
          <a:p>
            <a:pPr>
              <a:defRPr sz="1600"/>
            </a:pPr>
            <a:r>
              <a:t>4.  Decode the DNA sequence back into the original binary format.</a:t>
            </a:r>
          </a:p>
          <a:p>
            <a:pPr>
              <a:defRPr sz="1600"/>
            </a:pPr>
            <a:r>
              <a:t>5.  Convert the binary values back into the original plaintext message.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 Overview &amp;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Left Side (Flow Chart): Data Sends -&gt; Convert into Binary Values -&gt; Convert through DNA Sequences -&gt; DNA Encryption Starts (Reshaping/Crossover/Mutation) -&gt; Quantum Key Distribution -&gt; DNA Decryption Ends.</a:t>
            </a:r>
          </a:p>
          <a:p>
            <a:pPr>
              <a:defRPr sz="1600"/>
            </a:pPr>
            <a:r>
              <a:t>Right Side (Architecture): Sender -&gt; Encoding into DNA Sequences -&gt; Quantum Key Generation -&gt; DNA Encryption -&gt; Transmit -&gt; Quantum Key Distribution -&gt; DNA Decryption -&gt; Decoding DNA Sequences -&gt; Receiver.</a:t>
            </a:r>
          </a:p>
          <a:p>
            <a:pPr>
              <a:defRPr sz="1600"/>
            </a:pPr>
            <a:r>
              <a:t>(See `flowchart_horizontal.png` included in this repository)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Comparative Analysis of QKD Protocols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| Protocol | QKD Type | Principle | Encoding Basis | Secret Key Rate | Security Rate | Efficiency Rate |</a:t>
            </a:r>
          </a:p>
          <a:p>
            <a:pPr>
              <a:defRPr sz="1600"/>
            </a:pPr>
            <a:r>
              <a:t>| :--- | :--- | :--- | :--- | :--- | :--- | :--- |</a:t>
            </a:r>
          </a:p>
          <a:p>
            <a:pPr>
              <a:defRPr sz="1600"/>
            </a:pPr>
            <a:r>
              <a:t>| E91 | Discrete Variable | Basis Selection | Rectilinear &amp; Diagonal | 98.0 | 97.0 | 92.56 |</a:t>
            </a:r>
          </a:p>
          <a:p>
            <a:pPr>
              <a:defRPr sz="1600"/>
            </a:pPr>
            <a:r>
              <a:t>| Gaussian Modulated | Continuous Variable | Gaussian Distribution | Quadrature | 95.0 | 95.0 | 45.0 |</a:t>
            </a:r>
          </a:p>
          <a:p>
            <a:pPr>
              <a:defRPr sz="1600"/>
            </a:pPr>
            <a:r>
              <a:t>| Reverse Reconciliation | Continuous Variable | Error Correction | Post processing | 91.7 | 91.7 | 40.83 |</a:t>
            </a:r>
          </a:p>
          <a:p>
            <a:pPr>
              <a:defRPr sz="1600"/>
            </a:pPr>
            <a:r>
              <a:t>| SARG04 | Discrete Variable | Entanglement Distillation | Rectilinear | 69.8 | 90.0 | 77.56 |</a:t>
            </a:r>
          </a:p>
          <a:p>
            <a:pPr>
              <a:defRPr sz="1600"/>
            </a:pPr>
            <a:r>
              <a:t>| Square Root | Discrete Variable | Error Correction | Rectilinear | 89.1 | 82.91 | 41.09 |</a:t>
            </a:r>
          </a:p>
          <a:p>
            <a:pPr>
              <a:defRPr sz="1600"/>
            </a:pPr>
            <a:r>
              <a:t>| Time Encode | Discrete Variable | Time Bin Encoding | Time basis | 89.3 | 78.93 | 41.7 |</a:t>
            </a:r>
          </a:p>
          <a:p>
            <a:pPr>
              <a:defRPr sz="1600"/>
            </a:pPr>
            <a:r>
              <a:t>| B92 | Continuous Variable | Entanglement Swapping | Rectilinear | 98.3 | 90.0 | 81.5 |</a:t>
            </a:r>
          </a:p>
          <a:p>
            <a:pPr>
              <a:defRPr sz="1600"/>
            </a:pPr>
            <a:r>
              <a:t>| BB84 | Discrete Variable | Conjugate Coding | Rectilinear | 76.0 | 90.0 | 84.44 |</a:t>
            </a:r>
          </a:p>
          <a:p>
            <a:pPr>
              <a:defRPr sz="1600"/>
            </a:pPr>
            <a:r>
              <a:t>| BF92 | Discrete Variable | Bell Inequality | Rectilinear | 76.0 | 90.0 | 85.0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Comparative Study of Encryption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| Algorithm | Encryption Time (ms) | Decryption Time (ms) |</a:t>
            </a:r>
          </a:p>
          <a:p>
            <a:pPr>
              <a:defRPr sz="1600"/>
            </a:pPr>
            <a:r>
              <a:t>| :--- | :--- | :--- |</a:t>
            </a:r>
          </a:p>
          <a:p>
            <a:pPr>
              <a:defRPr sz="1600"/>
            </a:pPr>
            <a:r>
              <a:t>| AES | 2.008 | 1.27 |</a:t>
            </a:r>
          </a:p>
          <a:p>
            <a:pPr>
              <a:defRPr sz="1600"/>
            </a:pPr>
            <a:r>
              <a:t>| DNA | 0.018 | 0.008 |</a:t>
            </a:r>
          </a:p>
          <a:p>
            <a:pPr>
              <a:defRPr sz="1600"/>
            </a:pPr>
            <a:r>
              <a:t>| RSA | 1.446 | 0.947 |</a:t>
            </a:r>
          </a:p>
          <a:p>
            <a:pPr>
              <a:defRPr sz="1600"/>
            </a:pPr>
            <a:r>
              <a:t>| DES | 1.667 | 0.112 |</a:t>
            </a:r>
          </a:p>
          <a:p>
            <a:pPr>
              <a:defRPr sz="1600"/>
            </a:pPr>
            <a:r>
              <a:t>(Key Takeaway: The proposed DNA algorithm drastically reduces both encryption and decryption time while maintaining an exceptionally high security rate compared to AES, RSA, and DES).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Stack &amp;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Qiskit: To generate the quantum circuits for quantum communication, implementing Quantum Key Distribution Protocol.</a:t>
            </a:r>
          </a:p>
          <a:p>
            <a:pPr>
              <a:defRPr sz="1600"/>
            </a:pPr>
            <a:r>
              <a:t>Biopython: Used to convert binary bits into DNA sequences represented by the nucleotides A, T, C, G and perform mutation techniques for encryption.</a:t>
            </a:r>
          </a:p>
          <a:p>
            <a:pPr>
              <a:defRPr sz="1600"/>
            </a:pPr>
            <a:r>
              <a:t>React.js: Used to develop the frontend of the web page for viewing and communicating messages.</a:t>
            </a:r>
          </a:p>
          <a:p>
            <a:pPr>
              <a:defRPr sz="1600"/>
            </a:pPr>
            <a:r>
              <a:t>Google OAuth 2.0: Provides authentication mechanism within our API service, ensuring robust security measures and seamless user authorization processes.</a:t>
            </a:r>
          </a:p>
          <a:p>
            <a:pPr>
              <a:defRPr sz="1600"/>
            </a:pPr>
            <a:r>
              <a:t>Google Cloud Platform: To ensure the secure storage and management of API keys and messages, and protected database infrastructure.</a:t>
            </a:r>
          </a:p>
          <a:p>
            <a:pPr>
              <a:defRPr sz="1600"/>
            </a:pPr>
            <a:r>
              <a:t>Flask: Used to develop the backend of the webpage to run the server for communication of the messages.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Enhanced Security: Fortify communication channels with layers of impenetrable security, thwarting sophisticated cyber threats.</a:t>
            </a:r>
          </a:p>
          <a:p>
            <a:pPr>
              <a:defRPr sz="1600"/>
            </a:pPr>
            <a:r>
              <a:t>Quantum Cloud Integration: Seamlessly link with quantum cloud services enabling efficient handling of a large volume of users and data transactions.</a:t>
            </a:r>
          </a:p>
          <a:p>
            <a:pPr>
              <a:defRPr sz="1600"/>
            </a:pPr>
            <a:r>
              <a:t>Unbreakable Keys: Generate cryptographic keys inherently resistant to decryption by classical or quantum adversaries.</a:t>
            </a:r>
          </a:p>
          <a:p>
            <a:pPr>
              <a:defRPr sz="1600"/>
            </a:pPr>
            <a:r>
              <a:t>Biological Integration (DNA): Introduce a novel layer of encryption based on DNA sequences adding an extra dimension against unauthorized access.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&amp; Future Plans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Scaling the API for broader enterprise integration.</a:t>
            </a:r>
          </a:p>
          <a:p>
            <a:pPr>
              <a:defRPr sz="1600"/>
            </a:pPr>
            <a:r>
              <a:t>Expanding compatibility with diverse cloud infrastructure architectures.</a:t>
            </a:r>
          </a:p>
          <a:p>
            <a:pPr>
              <a:defRPr sz="1600"/>
            </a:pPr>
            <a:r>
              <a:t>Commercial deployment in defense and satellite communication networks.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Google Drive link or embedded video demonstrating the working React/Flask prototype securing a message via the Qiskit/Biopython pipeline.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 /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Contact information and links to the GitHub repository/documentation.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